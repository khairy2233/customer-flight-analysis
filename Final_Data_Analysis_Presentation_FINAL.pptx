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22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0"/>
            <a:ext cx="9144677" cy="6858000"/>
            <a:chOff x="0" y="0"/>
            <a:chExt cx="9144677" cy="6858000"/>
          </a:xfrm>
        </p:grpSpPr>
        <p:pic>
          <p:nvPicPr>
            <p:cNvPr id="8" name="Picture 7" descr="SD-PanelTitle-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11" name="Rectangle 10"/>
            <p:cNvSpPr/>
            <p:nvPr/>
          </p:nvSpPr>
          <p:spPr>
            <a:xfrm>
              <a:off x="1515532" y="1520422"/>
              <a:ext cx="6112935" cy="3818468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2" name="Picture 11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0" y="3128434"/>
              <a:ext cx="1664208" cy="612648"/>
            </a:xfrm>
            <a:prstGeom prst="rect">
              <a:avLst/>
            </a:prstGeom>
          </p:spPr>
        </p:pic>
        <p:pic>
          <p:nvPicPr>
            <p:cNvPr id="13" name="Picture 12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7480469" y="3128434"/>
              <a:ext cx="1664208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21934" y="1811863"/>
            <a:ext cx="5308866" cy="1515533"/>
          </a:xfrm>
        </p:spPr>
        <p:txBody>
          <a:bodyPr anchor="b">
            <a:noAutofit/>
          </a:bodyPr>
          <a:lstStyle>
            <a:lvl1pPr algn="ct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21934" y="3598327"/>
            <a:ext cx="5308866" cy="1377651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65417" y="5054602"/>
            <a:ext cx="673276" cy="27940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7/12/2025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21934" y="5054602"/>
            <a:ext cx="4064860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17317" y="5054602"/>
            <a:ext cx="413483" cy="27940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019825" y="3471329"/>
            <a:ext cx="511308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56090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80895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78465" y="1641413"/>
            <a:ext cx="6595534" cy="1822514"/>
          </a:xfrm>
        </p:spPr>
        <p:txBody>
          <a:bodyPr anchor="b">
            <a:normAutofit/>
          </a:bodyPr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78465" y="3734859"/>
            <a:ext cx="6595534" cy="1090015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278466" y="3599392"/>
            <a:ext cx="659553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734610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76866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5152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5251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76868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1832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1832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41" name="Straight Connector 40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85756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15337"/>
            <a:ext cx="6798735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816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27052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388534"/>
            <a:ext cx="2536798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20062" y="982132"/>
            <a:ext cx="3855539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031065"/>
            <a:ext cx="2536798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278466" y="2912533"/>
            <a:ext cx="233359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658254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883832"/>
            <a:ext cx="3632202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069" y="1032933"/>
            <a:ext cx="2929463" cy="4792136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255432"/>
            <a:ext cx="3632201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00309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4815415"/>
            <a:ext cx="6798734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26260" y="1032933"/>
            <a:ext cx="7091482" cy="33612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6" y="5382153"/>
            <a:ext cx="6798734" cy="49371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04188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06873"/>
            <a:ext cx="6798734" cy="309786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275666"/>
            <a:ext cx="6798736" cy="160020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5" y="4140199"/>
            <a:ext cx="660642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917859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4333" y="982132"/>
            <a:ext cx="6400250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00200" y="3352799"/>
            <a:ext cx="5892798" cy="651933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3" y="4343400"/>
            <a:ext cx="6798738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49969" y="905362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3503" y="2827870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278466" y="4140199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0833668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9" y="3308581"/>
            <a:ext cx="679872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4777381"/>
            <a:ext cx="679873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936701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09416" y="982132"/>
            <a:ext cx="632516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639312"/>
            <a:ext cx="6798730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529667"/>
            <a:ext cx="6798736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78060" y="89689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49796" y="260772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278466" y="342900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300776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82131"/>
            <a:ext cx="6798734" cy="2294467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200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566160"/>
            <a:ext cx="6798730" cy="905256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6" y="4470400"/>
            <a:ext cx="6798734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9" y="3429000"/>
            <a:ext cx="660642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3445359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5" y="2490135"/>
            <a:ext cx="6798736" cy="3385733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60642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5731649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56667" y="906873"/>
            <a:ext cx="1618930" cy="496899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7" y="906873"/>
            <a:ext cx="4915509" cy="4968993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6245512" y="906873"/>
            <a:ext cx="0" cy="4968993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910987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9152467" cy="6858000"/>
            <a:chOff x="0" y="0"/>
            <a:chExt cx="9152467" cy="6858000"/>
          </a:xfrm>
        </p:grpSpPr>
        <p:pic>
          <p:nvPicPr>
            <p:cNvPr id="8" name="Picture 7" descr="S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553888" y="542807"/>
              <a:ext cx="8039776" cy="5756392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0" y="3128434"/>
              <a:ext cx="68580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8466667" y="3128434"/>
              <a:ext cx="68580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2490135"/>
            <a:ext cx="6798736" cy="3444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56670" y="5960533"/>
            <a:ext cx="1148283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7/12/2025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76865" y="5960533"/>
            <a:ext cx="510466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80091" y="5960533"/>
            <a:ext cx="39551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24713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Final Data Analysis Project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Airline Customer Loyalty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Tools &amp; Datasets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dirty="0"/>
              <a:t>Tools:</a:t>
            </a:r>
          </a:p>
          <a:p>
            <a:r>
              <a:rPr dirty="0"/>
              <a:t>- Python</a:t>
            </a:r>
          </a:p>
          <a:p>
            <a:r>
              <a:rPr dirty="0"/>
              <a:t>- Excel</a:t>
            </a:r>
          </a:p>
          <a:p>
            <a:r>
              <a:rPr dirty="0"/>
              <a:t>- Power BI</a:t>
            </a:r>
          </a:p>
          <a:p>
            <a:pPr marL="0" indent="0">
              <a:buNone/>
            </a:pPr>
            <a:endParaRPr dirty="0"/>
          </a:p>
          <a:p>
            <a:r>
              <a:rPr dirty="0"/>
              <a:t>Main Datasets:</a:t>
            </a:r>
          </a:p>
          <a:p>
            <a:r>
              <a:rPr dirty="0"/>
              <a:t>- Customer Loyalty History</a:t>
            </a:r>
          </a:p>
          <a:p>
            <a:r>
              <a:rPr dirty="0"/>
              <a:t>- Customer Flight Activity</a:t>
            </a:r>
          </a:p>
          <a:p>
            <a:r>
              <a:rPr dirty="0"/>
              <a:t>- Calendar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Cleaning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Removed missing values and duplicates</a:t>
            </a:r>
          </a:p>
          <a:p>
            <a:r>
              <a:t>- Converted date columns to proper types</a:t>
            </a:r>
          </a:p>
          <a:p>
            <a:r>
              <a:t>- Saved cleaned CSV files for analysis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Power BI Pages &amp;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sz="5600" dirty="0"/>
              <a:t>1. Salaries &amp; Demographics</a:t>
            </a:r>
          </a:p>
          <a:p>
            <a:r>
              <a:rPr sz="5600" dirty="0"/>
              <a:t>  - Salary by country, gender, etc.</a:t>
            </a:r>
          </a:p>
          <a:p>
            <a:r>
              <a:rPr sz="5600" dirty="0"/>
              <a:t>  - Top 10 earners</a:t>
            </a:r>
            <a:endParaRPr sz="2800" dirty="0"/>
          </a:p>
          <a:p>
            <a:r>
              <a:rPr sz="4800" dirty="0"/>
              <a:t>2. CLV Analysis</a:t>
            </a:r>
          </a:p>
          <a:p>
            <a:r>
              <a:rPr sz="4800" dirty="0"/>
              <a:t>  - CLV by gender, card, marital status</a:t>
            </a:r>
            <a:r>
              <a:rPr lang="en-US" sz="4800" dirty="0"/>
              <a:t> , etc.</a:t>
            </a:r>
            <a:endParaRPr sz="3200" dirty="0"/>
          </a:p>
          <a:p>
            <a:r>
              <a:rPr sz="5600" dirty="0"/>
              <a:t>3. Flights Analysis</a:t>
            </a:r>
          </a:p>
          <a:p>
            <a:r>
              <a:rPr sz="5600" dirty="0"/>
              <a:t>  - Total flights by year, gender, country</a:t>
            </a:r>
            <a:r>
              <a:rPr lang="en-US" sz="5600" dirty="0"/>
              <a:t> ,etc.</a:t>
            </a:r>
            <a:endParaRPr sz="5600" dirty="0"/>
          </a:p>
          <a:p>
            <a:r>
              <a:rPr sz="5600" dirty="0"/>
              <a:t>4. Points </a:t>
            </a:r>
          </a:p>
          <a:p>
            <a:r>
              <a:rPr sz="5600" dirty="0"/>
              <a:t>  - Points by card, education</a:t>
            </a:r>
            <a:r>
              <a:rPr lang="en-US" sz="5600" dirty="0"/>
              <a:t> , etc.</a:t>
            </a:r>
            <a:endParaRPr sz="5600" dirty="0"/>
          </a:p>
          <a:p>
            <a:endParaRPr sz="3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t>- Top 10 customers contribute significantly to total CLV.</a:t>
            </a:r>
          </a:p>
          <a:p>
            <a:r>
              <a:t>- Silver and Gold cardholders are the most active in terms of flights.</a:t>
            </a:r>
          </a:p>
          <a:p>
            <a:r>
              <a:t>- No strong correlation between income and CLV.</a:t>
            </a:r>
          </a:p>
          <a:p>
            <a:r>
              <a:t>- Most loyalty points are earned by highly educated male customers.</a:t>
            </a:r>
          </a:p>
          <a:p>
            <a:r>
              <a:t>- Customers enrolled between 2019–2021 show the highest flight activity.</a:t>
            </a:r>
          </a:p>
          <a:p>
            <a:r>
              <a:t>- Ontario and Quebec have the highest total distance flown.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t>- Focus marketing on the top 10% of customers by CLV with exclusive offers.</a:t>
            </a:r>
          </a:p>
          <a:p>
            <a:r>
              <a:t>- Strengthen loyalty programs for Silver and Gold cardholders.</a:t>
            </a:r>
          </a:p>
          <a:p>
            <a:r>
              <a:t>- Develop regional campaigns for high-performing areas like Ontario and Quebec.</a:t>
            </a:r>
          </a:p>
          <a:p>
            <a:r>
              <a:t>- Evaluate customers based on behavior (flights, CLV), not just income.</a:t>
            </a:r>
          </a:p>
          <a:p>
            <a:r>
              <a:t>- Target highly educated customers, especially frequent flyers.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8</TotalTime>
  <Words>261</Words>
  <Application>Microsoft Office PowerPoint</Application>
  <PresentationFormat>On-screen Show (4:3)</PresentationFormat>
  <Paragraphs>39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Garamond</vt:lpstr>
      <vt:lpstr>Organic</vt:lpstr>
      <vt:lpstr>Final Data Analysis Project</vt:lpstr>
      <vt:lpstr>Tools &amp; Datasets Used</vt:lpstr>
      <vt:lpstr>Data Cleaning Steps</vt:lpstr>
      <vt:lpstr>Power BI Pages &amp; Questions</vt:lpstr>
      <vt:lpstr>Key Insights</vt:lpstr>
      <vt:lpstr>Recommendations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Final Data Analysis Project</dc:title>
  <dc:subject/>
  <dc:creator/>
  <cp:keywords/>
  <dc:description>generated using python-pptx</dc:description>
  <cp:lastModifiedBy>mahmoud khairy</cp:lastModifiedBy>
  <cp:revision>2</cp:revision>
  <dcterms:created xsi:type="dcterms:W3CDTF">2013-01-27T09:14:16Z</dcterms:created>
  <dcterms:modified xsi:type="dcterms:W3CDTF">2025-07-12T13:03:51Z</dcterms:modified>
  <cp:category/>
</cp:coreProperties>
</file>